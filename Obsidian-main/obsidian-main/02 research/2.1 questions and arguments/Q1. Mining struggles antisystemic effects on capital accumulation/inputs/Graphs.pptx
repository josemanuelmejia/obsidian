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Javascript:Widgettwitter();" TargetMode="External" /><Relationship Id="rId3" Type="http://schemas.openxmlformats.org/officeDocument/2006/relationships/hyperlink" Target="Javascript:Widgetfacebook();" TargetMode="External" /><Relationship Id="rId4" Type="http://schemas.openxmlformats.org/officeDocument/2006/relationships/hyperlink" Target="Javascript:WidgetGooglePlus();" TargetMode="External" /><Relationship Id="rId5" Type="http://schemas.openxmlformats.org/officeDocument/2006/relationships/hyperlink" Target="Javascript:WidgetEmail();" TargetMode="External" /><Relationship Id="rId6" Type="http://schemas.openxmlformats.org/officeDocument/2006/relationships/hyperlink" Target="Javascript:Widgettwitter()" TargetMode="External" /><Relationship Id="rId7" Type="http://schemas.openxmlformats.org/officeDocument/2006/relationships/hyperlink" Target="Javascript:Widgetfacebook();" TargetMode="External" /><Relationship Id="rId8" Type="http://schemas.openxmlformats.org/officeDocument/2006/relationships/hyperlink" Target="Javascript:WidgetGooglePlus();" TargetMode="External" /><Relationship Id="rId9" Type="http://schemas.openxmlformats.org/officeDocument/2006/relationships/hyperlink" Target="Javascript:WidgetEmail();" TargetMode="External" /><Relationship Id="rId10" Type="http://schemas.openxmlformats.org/officeDocument/2006/relationships/hyperlink" Target="javascript:fileDownloadClick(&#39;.file-excel&#39;)" TargetMode="External" /><Relationship Id="rId11" Type="http://schemas.openxmlformats.org/officeDocument/2006/relationships/hyperlink" Target="javascript:fileDownloadClick(&#39;.file-csv&#39;)" TargetMode="External" /><Relationship Id="rId12" Type="http://schemas.openxmlformats.org/officeDocument/2006/relationships/hyperlink" Target="javascript:fileDownloadClick(&#39;.file-tab&#39;)" TargetMode="External" /><Relationship Id="rId13" Type="http://schemas.openxmlformats.org/officeDocument/2006/relationships/hyperlink" Target="javascript:exportReport(&#39;png&#39;)" TargetMode="External" /><Relationship Id="rId14" Type="http://schemas.openxmlformats.org/officeDocument/2006/relationships/hyperlink" Target="javascript:exportReport(&#39;jpeg&#39;)" TargetMode="External" /><Relationship Id="rId15" Type="http://schemas.openxmlformats.org/officeDocument/2006/relationships/hyperlink" Target="javascript:exportReport(&#39;svg&#39;)" TargetMode="External" /><Relationship Id="rId16" Type="http://schemas.openxmlformats.org/officeDocument/2006/relationships/hyperlink" Target="javascript:exportReport(&#39;pdf&#39;)" TargetMode="External" /><Relationship Id="rId17" Type="http://schemas.openxmlformats.org/officeDocument/2006/relationships/hyperlink" Target="Javascript:Widgettwitter();" TargetMode="External" /><Relationship Id="rId18" Type="http://schemas.openxmlformats.org/officeDocument/2006/relationships/hyperlink" Target="Javascript:Widgetfacebook();" TargetMode="External" /><Relationship Id="rId19" Type="http://schemas.openxmlformats.org/officeDocument/2006/relationships/hyperlink" Target="Javascript:WidgetGooglePlus();" TargetMode="External" /><Relationship Id="rId20" Type="http://schemas.openxmlformats.org/officeDocument/2006/relationships/hyperlink" Target="Javascript:WidgetEmail();" TargetMode="External" /><Relationship Id="rId21" Type="http://schemas.openxmlformats.org/officeDocument/2006/relationships/hyperlink" Target="Javascript:Widgettwitter()" TargetMode="External" /><Relationship Id="rId22" Type="http://schemas.openxmlformats.org/officeDocument/2006/relationships/hyperlink" Target="Javascript:Widgetfacebook();" TargetMode="External" /><Relationship Id="rId23" Type="http://schemas.openxmlformats.org/officeDocument/2006/relationships/hyperlink" Target="Javascript:WidgetGooglePlus();" TargetMode="External" /><Relationship Id="rId24" Type="http://schemas.openxmlformats.org/officeDocument/2006/relationships/hyperlink" Target="Javascript:WidgetEmail();" TargetMode="External" /><Relationship Id="rId25" Type="http://schemas.openxmlformats.org/officeDocument/2006/relationships/hyperlink" Target="javascript:fileDownloadClick(&#39;.file-excel&#39;)" TargetMode="External" /><Relationship Id="rId26" Type="http://schemas.openxmlformats.org/officeDocument/2006/relationships/hyperlink" Target="javascript:fileDownloadClick(&#39;.file-csv&#39;)" TargetMode="External" /><Relationship Id="rId27" Type="http://schemas.openxmlformats.org/officeDocument/2006/relationships/hyperlink" Target="javascript:fileDownloadClick(&#39;.file-tab&#39;)" TargetMode="External" /><Relationship Id="rId28" Type="http://schemas.openxmlformats.org/officeDocument/2006/relationships/hyperlink" Target="javascript:exportReport(&#39;png&#39;)" TargetMode="External" /><Relationship Id="rId29" Type="http://schemas.openxmlformats.org/officeDocument/2006/relationships/hyperlink" Target="javascript:exportReport(&#39;jpeg&#39;)" TargetMode="External" /><Relationship Id="rId30" Type="http://schemas.openxmlformats.org/officeDocument/2006/relationships/hyperlink" Target="javascript:exportReport(&#39;svg&#39;)" TargetMode="External" /><Relationship Id="rId31" Type="http://schemas.openxmlformats.org/officeDocument/2006/relationships/hyperlink" Target="javascript:exportReport(&#39;pdf&#39;)" TargetMode="External" /><Relationship Id="rId32" Type="http://schemas.openxmlformats.org/officeDocument/2006/relationships/hyperlink" Target="Javascript:Widgettwitter();" TargetMode="External" /><Relationship Id="rId33" Type="http://schemas.openxmlformats.org/officeDocument/2006/relationships/hyperlink" Target="Javascript:Widgetfacebook();" TargetMode="External" /><Relationship Id="rId34" Type="http://schemas.openxmlformats.org/officeDocument/2006/relationships/hyperlink" Target="Javascript:WidgetGooglePlus();" TargetMode="External" /><Relationship Id="rId35" Type="http://schemas.openxmlformats.org/officeDocument/2006/relationships/hyperlink" Target="Javascript:WidgetEmail();" TargetMode="External" /><Relationship Id="rId36" Type="http://schemas.openxmlformats.org/officeDocument/2006/relationships/hyperlink" Target="Javascript:Widgettwitter()" TargetMode="External" /><Relationship Id="rId37" Type="http://schemas.openxmlformats.org/officeDocument/2006/relationships/hyperlink" Target="Javascript:Widgetfacebook();" TargetMode="External" /><Relationship Id="rId38" Type="http://schemas.openxmlformats.org/officeDocument/2006/relationships/hyperlink" Target="Javascript:WidgetGooglePlus();" TargetMode="External" /><Relationship Id="rId39" Type="http://schemas.openxmlformats.org/officeDocument/2006/relationships/hyperlink" Target="Javascript:WidgetEmail();" TargetMode="External" /><Relationship Id="rId40" Type="http://schemas.openxmlformats.org/officeDocument/2006/relationships/hyperlink" Target="javascript:fileDownloadClick(&#39;.file-excel&#39;)" TargetMode="External" /><Relationship Id="rId41" Type="http://schemas.openxmlformats.org/officeDocument/2006/relationships/hyperlink" Target="javascript:fileDownloadClick(&#39;.file-csv&#39;)" TargetMode="External" /><Relationship Id="rId42" Type="http://schemas.openxmlformats.org/officeDocument/2006/relationships/hyperlink" Target="javascript:fileDownloadClick(&#39;.file-tab&#39;)" TargetMode="External" /><Relationship Id="rId43" Type="http://schemas.openxmlformats.org/officeDocument/2006/relationships/hyperlink" Target="javascript:exportReport(&#39;png&#39;)" TargetMode="External" /><Relationship Id="rId44" Type="http://schemas.openxmlformats.org/officeDocument/2006/relationships/hyperlink" Target="javascript:exportReport(&#39;jpeg&#39;)" TargetMode="External" /><Relationship Id="rId45" Type="http://schemas.openxmlformats.org/officeDocument/2006/relationships/hyperlink" Target="javascript:exportReport(&#39;svg&#39;)" TargetMode="External" /><Relationship Id="rId46" Type="http://schemas.openxmlformats.org/officeDocument/2006/relationships/hyperlink" Target="javascript:exportReport(&#39;pdf&#39;)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Graphs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Monetary holdings</a:t>
            </a:r>
          </a:p>
          <a:p>
            <a:pPr lvl="0" indent="0" marL="0">
              <a:buNone/>
            </a:pPr>
            <a:r>
              <a:rPr/>
              <a:t>Total reserves in monetary holdings (current US$)</a:t>
            </a:r>
          </a:p>
          <a:p>
            <a:pPr lvl="0" indent="0" marL="0">
              <a:buNone/>
            </a:pPr>
            <a:r>
              <a:rPr/>
              <a:t>Graph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 </a:t>
            </a:r>
          </a:p>
          <a:p>
            <a:pPr lvl="0"/>
          </a:p>
          <a:p>
            <a:pPr lvl="0"/>
          </a:p>
          <a:p>
            <a:pPr lvl="0"/>
          </a:p>
          <a:p>
            <a:pPr lvl="0" indent="0" marL="0">
              <a:buNone/>
            </a:pPr>
            <a:r>
              <a:rPr/>
              <a:t>Download this dataset as:</a:t>
            </a:r>
          </a:p>
          <a:p>
            <a:pPr lvl="0"/>
            <a:r>
              <a:rPr/>
              <a:t>Excel</a:t>
            </a:r>
          </a:p>
          <a:p>
            <a:pPr lvl="0"/>
            <a:r>
              <a:rPr/>
              <a:t>CSV</a:t>
            </a:r>
          </a:p>
          <a:p>
            <a:pPr lvl="0"/>
            <a:r>
              <a:rPr/>
              <a:t>Tabbed TXT</a:t>
            </a:r>
          </a:p>
          <a:p>
            <a:pPr lvl="0" indent="0" marL="0">
              <a:buNone/>
            </a:pPr>
            <a:r>
              <a:rPr/>
              <a:t>Share this query via:</a:t>
            </a:r>
          </a:p>
          <a:p>
            <a:pPr lvl="0"/>
            <a:r>
              <a:rPr>
                <a:hlinkClick r:id="rId2"/>
              </a:rPr>
              <a:t>Twitter</a:t>
            </a:r>
          </a:p>
          <a:p>
            <a:pPr lvl="0"/>
            <a:r>
              <a:rPr>
                <a:hlinkClick r:id="rId3"/>
              </a:rPr>
              <a:t>Facebook</a:t>
            </a:r>
          </a:p>
          <a:p>
            <a:pPr lvl="0"/>
            <a:r>
              <a:rPr>
                <a:hlinkClick r:id="rId4"/>
              </a:rPr>
              <a:t>Google +</a:t>
            </a:r>
          </a:p>
          <a:p>
            <a:pPr lvl="0"/>
            <a:r>
              <a:rPr>
                <a:hlinkClick r:id="rId5"/>
              </a:rPr>
              <a:t>Email</a:t>
            </a:r>
          </a:p>
          <a:p>
            <a:pPr lvl="0"/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Share</a:t>
            </a:r>
          </a:p>
          <a:p>
            <a:pPr lvl="1" indent="0" marL="342900">
              <a:buNone/>
            </a:pPr>
            <a:r>
              <a:rPr/>
              <a:t>Share this query via:</a:t>
            </a:r>
          </a:p>
          <a:p>
            <a:pPr lvl="1"/>
            <a:r>
              <a:rPr>
                <a:hlinkClick r:id="rId6"/>
              </a:rPr>
              <a:t>Twitter</a:t>
            </a:r>
          </a:p>
          <a:p>
            <a:pPr lvl="1"/>
            <a:r>
              <a:rPr>
                <a:hlinkClick r:id="rId7"/>
              </a:rPr>
              <a:t>Facebook</a:t>
            </a:r>
          </a:p>
          <a:p>
            <a:pPr lvl="1"/>
            <a:r>
              <a:rPr>
                <a:hlinkClick r:id="rId8"/>
              </a:rPr>
              <a:t>Google +</a:t>
            </a:r>
          </a:p>
          <a:p>
            <a:pPr lvl="1"/>
            <a:r>
              <a:rPr>
                <a:hlinkClick r:id="rId9"/>
              </a:rPr>
              <a:t>Email</a:t>
            </a:r>
          </a:p>
          <a:p>
            <a:pPr lvl="0"/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Download</a:t>
            </a:r>
          </a:p>
          <a:p>
            <a:pPr lvl="1" indent="0" marL="342900">
              <a:buNone/>
            </a:pPr>
            <a:r>
              <a:rPr/>
              <a:t>Download this dataset as:</a:t>
            </a:r>
          </a:p>
          <a:p>
            <a:pPr lvl="1"/>
            <a:r>
              <a:rPr>
                <a:hlinkClick r:id="rId10"/>
              </a:rPr>
              <a:t>Excel</a:t>
            </a:r>
          </a:p>
          <a:p>
            <a:pPr lvl="1"/>
            <a:r>
              <a:rPr>
                <a:hlinkClick r:id="rId11"/>
              </a:rPr>
              <a:t>CSV</a:t>
            </a:r>
          </a:p>
          <a:p>
            <a:pPr lvl="1"/>
            <a:r>
              <a:rPr>
                <a:hlinkClick r:id="rId12"/>
              </a:rPr>
              <a:t>Tabbed TXT</a:t>
            </a:r>
          </a:p>
          <a:p>
            <a:pPr lvl="1"/>
            <a:r>
              <a:rPr>
                <a:hlinkClick r:id="rId13"/>
              </a:rPr>
              <a:t>PNG</a:t>
            </a:r>
          </a:p>
          <a:p>
            <a:pPr lvl="1"/>
            <a:r>
              <a:rPr>
                <a:hlinkClick r:id="rId14"/>
              </a:rPr>
              <a:t>JPEG</a:t>
            </a:r>
          </a:p>
          <a:p>
            <a:pPr lvl="1"/>
            <a:r>
              <a:rPr>
                <a:hlinkClick r:id="rId15"/>
              </a:rPr>
              <a:t>SVG</a:t>
            </a:r>
          </a:p>
          <a:p>
            <a:pPr lvl="1"/>
            <a:r>
              <a:rPr>
                <a:hlinkClick r:id="rId16"/>
              </a:rPr>
              <a:t>PDF</a:t>
            </a:r>
          </a:p>
          <a:p>
            <a:pPr lvl="0"/>
          </a:p>
          <a:p>
            <a:pPr lvl="0"/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INFORMATION </a:t>
            </a:r>
          </a:p>
          <a:p>
            <a:pPr lvl="1" indent="0" marL="342900">
              <a:buNone/>
            </a:pPr>
            <a:r>
              <a:rPr b="1"/>
              <a:t>Created by</a:t>
            </a:r>
          </a:p>
          <a:p>
            <a:pPr lvl="1" indent="0" marL="1270000">
              <a:buNone/>
            </a:pPr>
            <a:r>
              <a:rPr sz="2000"/>
              <a:t>JOSÉ MANUEL MEJÍA VILLENA</a:t>
            </a:r>
          </a:p>
          <a:p>
            <a:pPr lvl="1" indent="0" marL="342900">
              <a:buNone/>
            </a:pPr>
            <a:r>
              <a:rPr b="1"/>
              <a:t>Description</a:t>
            </a:r>
          </a:p>
          <a:p>
            <a:pPr lvl="1" indent="0" marL="1270000">
              <a:buNone/>
            </a:pPr>
            <a:r>
              <a:rPr sz="2000"/>
              <a:t>Graph</a:t>
            </a:r>
          </a:p>
          <a:p>
            <a:pPr lvl="1" indent="0" marL="342900">
              <a:buNone/>
            </a:pPr>
            <a:r>
              <a:rPr b="1"/>
              <a:t>Tags</a:t>
            </a:r>
          </a:p>
          <a:p>
            <a:pPr lvl="1" indent="0" marL="1270000">
              <a:buNone/>
            </a:pPr>
            <a:r>
              <a:rPr sz="2000"/>
              <a:t>External Debt and Financial Flows statistics, Heath statistics, Gender, Economy, Social Data</a:t>
            </a:r>
          </a:p>
          <a:p>
            <a:pPr lvl="1" indent="0" marL="342900">
              <a:buNone/>
            </a:pPr>
            <a:r>
              <a:rPr b="1"/>
              <a:t>Last Updated</a:t>
            </a:r>
          </a:p>
          <a:p>
            <a:pPr lvl="1" indent="0" marL="1270000">
              <a:buNone/>
            </a:pPr>
            <a:r>
              <a:rPr sz="2000"/>
              <a:t>6/30/2024 1:53:15 AM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Excel</a:t>
            </a:r>
          </a:p>
          <a:p>
            <a:pPr lvl="0" indent="0" marL="0">
              <a:buNone/>
            </a:pPr>
            <a:br/>
            <a:r>
              <a:rPr b="1"/>
              <a:t>Loading...</a:t>
            </a:r>
          </a:p>
          <a:p>
            <a:pPr lvl="0" indent="0" marL="0">
              <a:buNone/>
            </a:pPr>
            <a:br/>
            <a:r>
              <a:rPr b="1"/>
              <a:t>Loading...</a:t>
            </a:r>
          </a:p>
          <a:p>
            <a:pPr lvl="0" indent="0" marL="0">
              <a:buNone/>
            </a:pPr>
            <a:r>
              <a:rPr/>
              <a:t>Monetary Gold holdings</a:t>
            </a:r>
          </a:p>
          <a:p>
            <a:pPr lvl="0" indent="0" marL="0">
              <a:buNone/>
            </a:pPr>
            <a:r>
              <a:rPr/>
              <a:t>Total reserves in monetary gold holdings (current US$).</a:t>
            </a:r>
          </a:p>
          <a:p>
            <a:pPr lvl="0" indent="0" marL="0">
              <a:buNone/>
            </a:pPr>
            <a:r>
              <a:rPr/>
              <a:t>Total reserves in monetary gold (current US$)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 </a:t>
            </a:r>
          </a:p>
          <a:p>
            <a:pPr lvl="0"/>
          </a:p>
          <a:p>
            <a:pPr lvl="0"/>
          </a:p>
          <a:p>
            <a:pPr lvl="0"/>
          </a:p>
          <a:p>
            <a:pPr lvl="0" indent="0" marL="0">
              <a:buNone/>
            </a:pPr>
            <a:r>
              <a:rPr/>
              <a:t>Download this dataset as:</a:t>
            </a:r>
          </a:p>
          <a:p>
            <a:pPr lvl="0"/>
            <a:r>
              <a:rPr/>
              <a:t>Excel</a:t>
            </a:r>
          </a:p>
          <a:p>
            <a:pPr lvl="0"/>
            <a:r>
              <a:rPr/>
              <a:t>CSV</a:t>
            </a:r>
          </a:p>
          <a:p>
            <a:pPr lvl="0"/>
            <a:r>
              <a:rPr/>
              <a:t>Tabbed TXT</a:t>
            </a:r>
          </a:p>
          <a:p>
            <a:pPr lvl="0" indent="0" marL="0">
              <a:buNone/>
            </a:pPr>
            <a:r>
              <a:rPr/>
              <a:t>Share this query via:</a:t>
            </a:r>
          </a:p>
          <a:p>
            <a:pPr lvl="0"/>
            <a:r>
              <a:rPr>
                <a:hlinkClick r:id="rId17"/>
              </a:rPr>
              <a:t>Twitter</a:t>
            </a:r>
          </a:p>
          <a:p>
            <a:pPr lvl="0"/>
            <a:r>
              <a:rPr>
                <a:hlinkClick r:id="rId18"/>
              </a:rPr>
              <a:t>Facebook</a:t>
            </a:r>
          </a:p>
          <a:p>
            <a:pPr lvl="0"/>
            <a:r>
              <a:rPr>
                <a:hlinkClick r:id="rId19"/>
              </a:rPr>
              <a:t>Google +</a:t>
            </a:r>
          </a:p>
          <a:p>
            <a:pPr lvl="0"/>
            <a:r>
              <a:rPr>
                <a:hlinkClick r:id="rId20"/>
              </a:rPr>
              <a:t>Email</a:t>
            </a:r>
          </a:p>
          <a:p>
            <a:pPr lvl="0"/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Share</a:t>
            </a:r>
          </a:p>
          <a:p>
            <a:pPr lvl="1" indent="0" marL="342900">
              <a:buNone/>
            </a:pPr>
            <a:r>
              <a:rPr/>
              <a:t>Share this query via:</a:t>
            </a:r>
          </a:p>
          <a:p>
            <a:pPr lvl="1"/>
            <a:r>
              <a:rPr>
                <a:hlinkClick r:id="rId21"/>
              </a:rPr>
              <a:t>Twitter</a:t>
            </a:r>
          </a:p>
          <a:p>
            <a:pPr lvl="1"/>
            <a:r>
              <a:rPr>
                <a:hlinkClick r:id="rId22"/>
              </a:rPr>
              <a:t>Facebook</a:t>
            </a:r>
          </a:p>
          <a:p>
            <a:pPr lvl="1"/>
            <a:r>
              <a:rPr>
                <a:hlinkClick r:id="rId23"/>
              </a:rPr>
              <a:t>Google +</a:t>
            </a:r>
          </a:p>
          <a:p>
            <a:pPr lvl="1"/>
            <a:r>
              <a:rPr>
                <a:hlinkClick r:id="rId24"/>
              </a:rPr>
              <a:t>Email</a:t>
            </a:r>
          </a:p>
          <a:p>
            <a:pPr lvl="0"/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Download</a:t>
            </a:r>
          </a:p>
          <a:p>
            <a:pPr lvl="1" indent="0" marL="342900">
              <a:buNone/>
            </a:pPr>
            <a:r>
              <a:rPr/>
              <a:t>Download this dataset as:</a:t>
            </a:r>
          </a:p>
          <a:p>
            <a:pPr lvl="1"/>
            <a:r>
              <a:rPr>
                <a:hlinkClick r:id="rId25"/>
              </a:rPr>
              <a:t>Excel</a:t>
            </a:r>
          </a:p>
          <a:p>
            <a:pPr lvl="1"/>
            <a:r>
              <a:rPr>
                <a:hlinkClick r:id="rId26"/>
              </a:rPr>
              <a:t>CSV</a:t>
            </a:r>
          </a:p>
          <a:p>
            <a:pPr lvl="1"/>
            <a:r>
              <a:rPr>
                <a:hlinkClick r:id="rId27"/>
              </a:rPr>
              <a:t>Tabbed TXT</a:t>
            </a:r>
          </a:p>
          <a:p>
            <a:pPr lvl="1"/>
            <a:r>
              <a:rPr>
                <a:hlinkClick r:id="rId28"/>
              </a:rPr>
              <a:t>PNG</a:t>
            </a:r>
          </a:p>
          <a:p>
            <a:pPr lvl="1"/>
            <a:r>
              <a:rPr>
                <a:hlinkClick r:id="rId29"/>
              </a:rPr>
              <a:t>JPEG</a:t>
            </a:r>
          </a:p>
          <a:p>
            <a:pPr lvl="1"/>
            <a:r>
              <a:rPr>
                <a:hlinkClick r:id="rId30"/>
              </a:rPr>
              <a:t>SVG</a:t>
            </a:r>
          </a:p>
          <a:p>
            <a:pPr lvl="1"/>
            <a:r>
              <a:rPr>
                <a:hlinkClick r:id="rId31"/>
              </a:rPr>
              <a:t>PDF</a:t>
            </a:r>
          </a:p>
          <a:p>
            <a:pPr lvl="0"/>
          </a:p>
          <a:p>
            <a:pPr lvl="0"/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INFORMATION </a:t>
            </a:r>
          </a:p>
          <a:p>
            <a:pPr lvl="1" indent="0" marL="342900">
              <a:buNone/>
            </a:pPr>
            <a:r>
              <a:rPr b="1"/>
              <a:t>Created by</a:t>
            </a:r>
          </a:p>
          <a:p>
            <a:pPr lvl="1" indent="0" marL="1270000">
              <a:buNone/>
            </a:pPr>
            <a:r>
              <a:rPr sz="2000"/>
              <a:t>JOSÉ MANUEL MEJÍA VILLENA</a:t>
            </a:r>
          </a:p>
          <a:p>
            <a:pPr lvl="1" indent="0" marL="342900">
              <a:buNone/>
            </a:pPr>
            <a:r>
              <a:rPr b="1"/>
              <a:t>Description</a:t>
            </a:r>
          </a:p>
          <a:p>
            <a:pPr lvl="1" indent="0" marL="1270000">
              <a:buNone/>
            </a:pPr>
            <a:r>
              <a:rPr sz="2000"/>
              <a:t>Total reserves in monetary gold (current US$)</a:t>
            </a:r>
          </a:p>
          <a:p>
            <a:pPr lvl="1" indent="0" marL="342900">
              <a:buNone/>
            </a:pPr>
            <a:r>
              <a:rPr b="1"/>
              <a:t>Tags</a:t>
            </a:r>
          </a:p>
          <a:p>
            <a:pPr lvl="1" indent="0" marL="1270000">
              <a:buNone/>
            </a:pPr>
            <a:r>
              <a:rPr sz="2000"/>
              <a:t>External Debt and Financial Flows statistics, Heath statistics, Gender, Economy, Social Data</a:t>
            </a:r>
          </a:p>
          <a:p>
            <a:pPr lvl="1" indent="0" marL="342900">
              <a:buNone/>
            </a:pPr>
            <a:r>
              <a:rPr b="1"/>
              <a:t>Last Updated</a:t>
            </a:r>
          </a:p>
          <a:p>
            <a:pPr lvl="1" indent="0" marL="1270000">
              <a:buNone/>
            </a:pPr>
            <a:r>
              <a:rPr sz="2000"/>
              <a:t>8/7/2024 3:33:05 PM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Excel</a:t>
            </a:r>
          </a:p>
          <a:p>
            <a:pPr lvl="0" indent="0" marL="0">
              <a:buNone/>
            </a:pPr>
            <a:br/>
            <a:r>
              <a:rPr b="1"/>
              <a:t>Loading...</a:t>
            </a:r>
          </a:p>
          <a:p>
            <a:pPr lvl="0" indent="0" marL="0">
              <a:buNone/>
            </a:pPr>
            <a:br/>
            <a:r>
              <a:rPr b="1"/>
              <a:t>Loading...</a:t>
            </a:r>
          </a:p>
          <a:p>
            <a:pPr lvl="0" indent="0" marL="0">
              <a:buNone/>
            </a:pPr>
            <a:r>
              <a:rPr/>
              <a:t>Total reserves in monetary gold holdings (current US$).</a:t>
            </a:r>
          </a:p>
          <a:p>
            <a:pPr lvl="0" indent="0" marL="0">
              <a:buNone/>
            </a:pPr>
            <a:r>
              <a:rPr/>
              <a:t>Total reserves in monetary gold (current US$)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 </a:t>
            </a:r>
          </a:p>
          <a:p>
            <a:pPr lvl="0"/>
          </a:p>
          <a:p>
            <a:pPr lvl="0"/>
          </a:p>
          <a:p>
            <a:pPr lvl="0"/>
          </a:p>
          <a:p>
            <a:pPr lvl="0" indent="0" marL="0">
              <a:buNone/>
            </a:pPr>
            <a:r>
              <a:rPr/>
              <a:t>Download this dataset as:</a:t>
            </a:r>
          </a:p>
          <a:p>
            <a:pPr lvl="0"/>
            <a:r>
              <a:rPr/>
              <a:t>Excel</a:t>
            </a:r>
          </a:p>
          <a:p>
            <a:pPr lvl="0"/>
            <a:r>
              <a:rPr/>
              <a:t>CSV</a:t>
            </a:r>
          </a:p>
          <a:p>
            <a:pPr lvl="0"/>
            <a:r>
              <a:rPr/>
              <a:t>Tabbed TXT</a:t>
            </a:r>
          </a:p>
          <a:p>
            <a:pPr lvl="0" indent="0" marL="0">
              <a:buNone/>
            </a:pPr>
            <a:r>
              <a:rPr/>
              <a:t>Share this query via:</a:t>
            </a:r>
          </a:p>
          <a:p>
            <a:pPr lvl="0"/>
            <a:r>
              <a:rPr>
                <a:hlinkClick r:id="rId32"/>
              </a:rPr>
              <a:t>Twitter</a:t>
            </a:r>
          </a:p>
          <a:p>
            <a:pPr lvl="0"/>
            <a:r>
              <a:rPr>
                <a:hlinkClick r:id="rId33"/>
              </a:rPr>
              <a:t>Facebook</a:t>
            </a:r>
          </a:p>
          <a:p>
            <a:pPr lvl="0"/>
            <a:r>
              <a:rPr>
                <a:hlinkClick r:id="rId34"/>
              </a:rPr>
              <a:t>Google +</a:t>
            </a:r>
          </a:p>
          <a:p>
            <a:pPr lvl="0"/>
            <a:r>
              <a:rPr>
                <a:hlinkClick r:id="rId35"/>
              </a:rPr>
              <a:t>Email</a:t>
            </a:r>
          </a:p>
          <a:p>
            <a:pPr lvl="0"/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Share</a:t>
            </a:r>
          </a:p>
          <a:p>
            <a:pPr lvl="1" indent="0" marL="342900">
              <a:buNone/>
            </a:pPr>
            <a:r>
              <a:rPr/>
              <a:t>Share this query via:</a:t>
            </a:r>
          </a:p>
          <a:p>
            <a:pPr lvl="1"/>
            <a:r>
              <a:rPr>
                <a:hlinkClick r:id="rId36"/>
              </a:rPr>
              <a:t>Twitter</a:t>
            </a:r>
          </a:p>
          <a:p>
            <a:pPr lvl="1"/>
            <a:r>
              <a:rPr>
                <a:hlinkClick r:id="rId37"/>
              </a:rPr>
              <a:t>Facebook</a:t>
            </a:r>
          </a:p>
          <a:p>
            <a:pPr lvl="1"/>
            <a:r>
              <a:rPr>
                <a:hlinkClick r:id="rId38"/>
              </a:rPr>
              <a:t>Google +</a:t>
            </a:r>
          </a:p>
          <a:p>
            <a:pPr lvl="1"/>
            <a:r>
              <a:rPr>
                <a:hlinkClick r:id="rId39"/>
              </a:rPr>
              <a:t>Email</a:t>
            </a:r>
          </a:p>
          <a:p>
            <a:pPr lvl="0"/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Download</a:t>
            </a:r>
          </a:p>
          <a:p>
            <a:pPr lvl="1" indent="0" marL="342900">
              <a:buNone/>
            </a:pPr>
            <a:r>
              <a:rPr/>
              <a:t>Download this dataset as:</a:t>
            </a:r>
          </a:p>
          <a:p>
            <a:pPr lvl="1"/>
            <a:r>
              <a:rPr>
                <a:hlinkClick r:id="rId40"/>
              </a:rPr>
              <a:t>Excel</a:t>
            </a:r>
          </a:p>
          <a:p>
            <a:pPr lvl="1"/>
            <a:r>
              <a:rPr>
                <a:hlinkClick r:id="rId41"/>
              </a:rPr>
              <a:t>CSV</a:t>
            </a:r>
          </a:p>
          <a:p>
            <a:pPr lvl="1"/>
            <a:r>
              <a:rPr>
                <a:hlinkClick r:id="rId42"/>
              </a:rPr>
              <a:t>Tabbed TXT</a:t>
            </a:r>
          </a:p>
          <a:p>
            <a:pPr lvl="1"/>
            <a:r>
              <a:rPr>
                <a:hlinkClick r:id="rId43"/>
              </a:rPr>
              <a:t>PNG</a:t>
            </a:r>
          </a:p>
          <a:p>
            <a:pPr lvl="1"/>
            <a:r>
              <a:rPr>
                <a:hlinkClick r:id="rId44"/>
              </a:rPr>
              <a:t>JPEG</a:t>
            </a:r>
          </a:p>
          <a:p>
            <a:pPr lvl="1"/>
            <a:r>
              <a:rPr>
                <a:hlinkClick r:id="rId45"/>
              </a:rPr>
              <a:t>SVG</a:t>
            </a:r>
          </a:p>
          <a:p>
            <a:pPr lvl="1"/>
            <a:r>
              <a:rPr>
                <a:hlinkClick r:id="rId46"/>
              </a:rPr>
              <a:t>PDF</a:t>
            </a:r>
          </a:p>
          <a:p>
            <a:pPr lvl="0"/>
          </a:p>
          <a:p>
            <a:pPr lvl="0"/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INFORMATION </a:t>
            </a:r>
          </a:p>
          <a:p>
            <a:pPr lvl="1" indent="0" marL="342900">
              <a:buNone/>
            </a:pPr>
            <a:r>
              <a:rPr b="1"/>
              <a:t>Created by</a:t>
            </a:r>
          </a:p>
          <a:p>
            <a:pPr lvl="1" indent="0" marL="1270000">
              <a:buNone/>
            </a:pPr>
            <a:r>
              <a:rPr sz="2000"/>
              <a:t>JOSÉ MANUEL MEJÍA VILLENA</a:t>
            </a:r>
          </a:p>
          <a:p>
            <a:pPr lvl="1" indent="0" marL="342900">
              <a:buNone/>
            </a:pPr>
            <a:r>
              <a:rPr b="1"/>
              <a:t>Description</a:t>
            </a:r>
          </a:p>
          <a:p>
            <a:pPr lvl="1" indent="0" marL="1270000">
              <a:buNone/>
            </a:pPr>
            <a:r>
              <a:rPr sz="2000"/>
              <a:t>Total reserves in monetary gold (current US$)</a:t>
            </a:r>
          </a:p>
          <a:p>
            <a:pPr lvl="1" indent="0" marL="342900">
              <a:buNone/>
            </a:pPr>
            <a:r>
              <a:rPr b="1"/>
              <a:t>Tags</a:t>
            </a:r>
          </a:p>
          <a:p>
            <a:pPr lvl="1" indent="0" marL="1270000">
              <a:buNone/>
            </a:pPr>
            <a:r>
              <a:rPr sz="2000"/>
              <a:t>External Debt and Financial Flows statistics, Heath statistics, Gender, Economy, Social Data</a:t>
            </a:r>
          </a:p>
          <a:p>
            <a:pPr lvl="1" indent="0" marL="342900">
              <a:buNone/>
            </a:pPr>
            <a:r>
              <a:rPr b="1"/>
              <a:t>Last Updated</a:t>
            </a:r>
          </a:p>
          <a:p>
            <a:pPr lvl="1" indent="0" marL="1270000">
              <a:buNone/>
            </a:pPr>
            <a:r>
              <a:rPr sz="2000"/>
              <a:t>8/7/2024 3:33:05 PM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Excel</a:t>
            </a:r>
          </a:p>
          <a:p>
            <a:pPr lvl="0" indent="0" marL="0">
              <a:buNone/>
            </a:pPr>
            <a:br/>
            <a:r>
              <a:rPr b="1"/>
              <a:t>Loading...</a:t>
            </a:r>
          </a:p>
          <a:p>
            <a:pPr lvl="0" indent="0" marL="0">
              <a:buNone/>
            </a:pPr>
            <a:br/>
            <a:r>
              <a:rPr b="1"/>
              <a:t>Loading...</a:t>
            </a:r>
          </a:p>
          <a:p>
            <a:pPr lvl="0" indent="0" marL="0">
              <a:buNone/>
            </a:pPr>
            <a:r>
              <a:rPr/>
              <a:t>The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</dc:title>
  <dc:creator/>
  <cp:keywords/>
  <dcterms:created xsi:type="dcterms:W3CDTF">2024-08-07T19:48:39Z</dcterms:created>
  <dcterms:modified xsi:type="dcterms:W3CDTF">2024-08-07T19:48:39Z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
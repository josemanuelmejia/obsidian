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92C72-FC89-38A8-46C2-E60C831E3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FAD08-CD4E-F2E9-B58E-B26F1E0CA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FCE62F-346D-1370-5703-7D58C978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BFDA0-F0F5-7218-160F-49655D6F5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2056FF-5099-742C-99B7-251FE068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234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B673D-B1F8-9280-5231-7314B1AC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E98FA4-969C-83D6-83DD-6707B639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D1C9E-D66C-F95D-5DE9-1A499BB1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3B826A-CF55-BF91-86C1-EB5E3D30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780D75-138A-B393-2954-98E0079F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83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4AB1A-61DD-C03F-870E-72764D5F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821B4-FB6A-6D7F-E561-19265C032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7DBAC-B459-55B0-3DFE-6A884168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64B292-F1B7-77A5-3936-854F6964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306F3-5AD1-0FB2-ADA0-03999640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32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B905B-C2AF-8F93-2B1F-3C8B5618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D60FD7-5304-945E-B185-B8A3D1513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E8D600-C3A0-60AF-BCBD-2FC5C4509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BE9755-AC84-DD3B-DB7A-86004271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D5051D-CE83-66F6-8320-08D70D4A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5D55FC-48B2-3705-825D-18A919F6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159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6C157-3538-4849-2FDC-284C70F3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4C0462-AAA3-2935-1C05-F942EE728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4B6EB5-761C-6813-501C-74B5992A2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9F407A-26E3-6C90-F731-3D3FF2C21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F5E824-BA28-2642-A812-6BBA0ABAF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BB856B5-94A1-C88B-CF52-1C13B5A6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86B173-D3AE-24E9-479D-A8A06B00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85441D-8058-10E3-B3EF-353782AE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215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77A7B-3455-0751-633A-07A126A5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5E985C-C3F0-787D-81D4-B8BD0F4B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04DE2B-0FC9-C221-BBD7-E6F41B78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12540A-0B0F-8DE4-DD7F-35E81B99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089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56E936-8FD5-E1D1-4F8B-C5CF5B64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8EB19E-D93C-08AE-2771-32512845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8BA7FE-2C8A-0BA0-644A-289598B0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082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47B58-51C2-36F6-EA91-CF6E3568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6C00E7-7CEB-73B0-9FDA-AB6009B6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75CB82-A001-275F-A9E5-FF356301C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010E38-E893-1F02-BAFA-22278376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EA9611-EB9F-26F2-7193-412D8828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B36BFC-22AB-C255-E6BF-A7E41751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459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9D486-99F2-7AA7-FD3A-72E9773F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FED354-B7D6-EC59-2CA3-E2230CFE5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4CA283-CB4D-9B52-2582-8A75CBAB2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840675-EC47-19E7-A3D9-D15FE2A4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0B97B-F24B-7344-4E5A-7D820522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0C916E-AEC2-333A-B939-C905DB29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489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FB921-0EE1-18A0-5B09-22A0DF95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799DB6-A6E1-E841-CC53-5ED6C7C48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C3F71-BC48-8046-B1E6-32C97226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09DCEF-E944-4567-1E45-B743C89B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ACA58A-7101-EFBC-191A-FB12E077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938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E7CF51-0ED5-5C65-15CD-9863424AF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92897F-C5D6-6D84-8C53-06002715E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40573D-1031-FEBB-4C53-0995A3C9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8A72D1-29C8-043D-2A3E-786F6DB3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B6713D-9510-C459-9B5A-44BF9421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895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66F272-2F48-06EF-D415-417E61DC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36CA2A-40B1-23EC-09A8-05A492EC7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0B366-578E-8E89-BA0C-C94EBD5B6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5EED0-8911-4F76-BACE-7149EA16F419}" type="datetimeFigureOut">
              <a:rPr lang="es-PE" smtClean="0"/>
              <a:t>23/04/2024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83E8AC-87B9-E787-D4C0-CE38E7657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71DA6B-75DE-8C42-BC10-5642B26CC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7DA26-3BAC-4948-A3C1-3CD06C93866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684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C367E7F-3BAD-4A2E-C03D-9D88A5FF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36" y="143453"/>
            <a:ext cx="10245436" cy="748052"/>
          </a:xfrm>
        </p:spPr>
        <p:txBody>
          <a:bodyPr>
            <a:normAutofit fontScale="90000"/>
          </a:bodyPr>
          <a:lstStyle/>
          <a:p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Process of scale shift in political contention. (explain “how to” process)</a:t>
            </a:r>
            <a:endParaRPr lang="es-P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1428EEB3-18B6-0C7E-9211-94614308D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596" y="772918"/>
            <a:ext cx="5112572" cy="574482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BD754C8-BABF-AF8A-A711-BD29F0FC7AD8}"/>
              </a:ext>
            </a:extLst>
          </p:cNvPr>
          <p:cNvSpPr txBox="1"/>
          <p:nvPr/>
        </p:nvSpPr>
        <p:spPr>
          <a:xfrm>
            <a:off x="796636" y="6517741"/>
            <a:ext cx="1049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McAdam, Doug, Sidney </a:t>
            </a:r>
            <a:r>
              <a:rPr lang="en-US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Tarrow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Charles Tilly. 2001. </a:t>
            </a:r>
            <a:r>
              <a:rPr lang="en-US" sz="1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Dynamics of Contention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Cambridge: Cambridge University Press, 333.</a:t>
            </a:r>
            <a:endParaRPr lang="es-P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119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43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de Office</vt:lpstr>
      <vt:lpstr>Process of scale shift in political contention. (explain “how to” process)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of scale shift in political contention. (explain “how to” process)</dc:title>
  <dc:creator>51964</dc:creator>
  <cp:lastModifiedBy>51964</cp:lastModifiedBy>
  <cp:revision>1</cp:revision>
  <dcterms:created xsi:type="dcterms:W3CDTF">2024-04-23T14:44:27Z</dcterms:created>
  <dcterms:modified xsi:type="dcterms:W3CDTF">2024-04-23T15:11:22Z</dcterms:modified>
</cp:coreProperties>
</file>